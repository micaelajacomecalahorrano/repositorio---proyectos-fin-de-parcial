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4308A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430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VERIFICACIÓN FORMAL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Acceso en Edificios Inteligentes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Autómatas finitos, máquinas de estado, árboles de exploración y grafos de zonas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343400"/>
            <a:ext cx="2011680" cy="0"/>
          </a:xfrm>
          <a:prstGeom prst="line">
            <a:avLst/>
          </a:prstGeom>
          <a:noFill/>
          <a:ln w="12700">
            <a:solidFill>
              <a:srgbClr val="3D5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74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Investigador / Desarrolladores Principales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Ingeniería, Ciencias Físicas y Matemáticas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Discretos, Teoría de Autómatas y Lenguajes Formales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Quito, Ecuador · 26 de julio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if-else masivo falla en seguridad física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zonas y niveles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edificio inteligente combina zonas públicas, restringidas y de máxima seguridad, cada una con reglas propias.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8288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Secuencias, no eventos aislados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validez de un acceso depende del historial completo de acciones, no de una sola lectura.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rol y jerarquía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depende del estado de sesión, el rol del usuario y los permisos de la zona destino.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1148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imperativo frágil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if-else anidados son propensos a errores y difíciles de auditar formalmente.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formalizar e implementar en C++ conciso un motor discreto de control de acceso basado en autómatas finitos, máquinas de estado, árboles de exploración y grafos de zonas.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la quíntupla matemática del DFA con extensión de contexto (rol y nivel de seguridad).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200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Árbol N-ario de zonas y el Grafo Dirigido de puntos de control (edificio.cpp).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160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las entidades de usuario y sus roles (usuario.cpp).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5120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motor reconocedor (automata.cpp) y ejecutar 6 casos de simulación (main.cpp).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Formalismo del autómata (DFA)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Hopcroft et al. (2006); Sipser (2012)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4709160"/>
          </a:xfrm>
          <a:prstGeom prst="roundRect">
            <a:avLst>
              <a:gd name="adj" fmla="val 2174"/>
            </a:avLst>
          </a:prstGeom>
          <a:solidFill>
            <a:srgbClr val="1215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(Q, Σ, δ, q₀, F)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3134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sesión: NO_AUTENTICADO … BLOQUEO_SEGURIDAD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108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tarjeta, PIN, huella, forzar entrada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87705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9044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× Σ → Q, función de transición determinista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67258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70001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inicial: NO_AUTENTICADO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46811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49554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aceptación: {ACCESO_PERMITIDO}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1417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1. Matriz de transición δ(q, σ)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28800"/>
          <a:ext cx="658368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1280160"/>
              </a:tblGrid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TARJETA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PIN OK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HUELLA OK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FORZAR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1533"/>
                          </a:solidFill>
                        </a:rPr>
                        <a:t>NO_AUTENT.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CRED_LEIDA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1533"/>
                          </a:solidFill>
                        </a:rPr>
                        <a:t>CRED_LEIDA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CRED_LEIDA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PIN_OK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1533"/>
                          </a:solidFill>
                        </a:rPr>
                        <a:t>PIN_OK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CRED_LEIDA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PIN_OK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NO_AUTENT.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 jerárquicos y grafos de zonas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jerárquico de permisos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E3E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(0)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313432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E3E7F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134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(1)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93522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3E7F5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9352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(2)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3557016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E3E7F5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55701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(3)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417880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3D5AFE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4178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(4)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143000"/>
            <a:ext cx="65836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325880"/>
            <a:ext cx="6035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de zonas.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es el nivel público (Exterior) y las hojas son las zonas de máxima restricción (Bóveda). Un usuario no accede a un nodo descendiente sin validarse en sus ancestros (Cormen et al., 2009).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520440"/>
            <a:ext cx="658368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70332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exploración de estados (State-Space Tree).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raíz (q0, Zona0), cada acción σ ∈ Σ genera un arco hacia una nueva configuración. Permite simular todas las ramificaciones posibles y localizar secuencias válidas e inválidas mediante búsqueda exhaustiva.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Dirigido representa los puntos de control físicos mediante lista de adyacencia (std::map&lt;int, std::vector&lt;int&gt;&gt;).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en C++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módulos elementales y auditables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usuario.cpp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Usuario, rol y contexto (enum class RolUsuario).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24308A"/>
          </a:solidFill>
          <a:ln/>
        </p:spPr>
      </p:sp>
      <p:sp>
        <p:nvSpPr>
          <p:cNvPr id="10" name="Shape 8"/>
          <p:cNvSpPr/>
          <p:nvPr/>
        </p:nvSpPr>
        <p:spPr>
          <a:xfrm>
            <a:off x="436626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edificio.cpp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N-ario de zonas y Grafo Dirigido de puntos de control.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20090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automata.cpp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reconocedor: función δ de transición con contexto de 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24308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554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55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 / simulacion.cpp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34290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la batería de 6 casos de prueba y reporta el dictamen.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Batería de simulación: 6 casos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2. Resultados formales de la simulación de control de acceso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/>
              <a:tblGrid>
                <a:gridCol w="731520"/>
                <a:gridCol w="3108960"/>
                <a:gridCol w="1828800"/>
                <a:gridCol w="2194560"/>
                <a:gridCol w="173736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Secuencia (w)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Zona destino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Estado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Dictamen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Tarjeta → Paso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Visitante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Lobby (N1)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Aceptada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Tarjeta → PIN → Paso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Empleado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Oficinas (N2)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Aceptada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Tarjeta → PIN → Paso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Visitante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Laboratorio (N3)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RESTRINGIDO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Rechazada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3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Tarjeta → PIN → Huella → Paso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Administrador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Bóveda (N4)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PERMITIDO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Aceptada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Tarjeta → PIN erróneo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Empleado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Oficinas (N2)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Rechazada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3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1533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Forzar entrada directa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Visitante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Lobby (N1)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1533"/>
                          </a:solidFill>
                        </a:rPr>
                        <a:t>BLOQUEO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Rechazada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3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crítica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4308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O(|w|)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temporal lineal: cada acción se procesa en O(1).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4308A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8745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17720" y="2834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en el Árbol de Exploración que alcanzan ACCESO_PERMITIDO sin rol o credencial válidos.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4308A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745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412480" y="2834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C++ concisos y auditables (usuario, edificio, automata, main).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simplificación del código en módulos elementales no compromete el rigor matemático ni la seguridad del sistema: el formalismo del DFA demuestra la invariante de seguridad y facilita la auditoría por ingenieros de seguridad.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Autómatas Finitos Deterministas y Sensibles al Contexto es el método óptimo para auditar y verificar secuencias de control de acceso en edificios inteligentes.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227832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C++ conciso, con explicación paso a paso y 6 casos de prueba, produce una implementación clara y auditable.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919472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Árboles Jerárquicos y los Grafos Dirigidos abstraen con fidelidad las restricciones físicas y normativas de una infraestructura compleja.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(APA 7.ª ed.)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Leiserson, C. E., Rivest, R. L., &amp; Stein, C. (2009). Introduction to algorithms (3.ª ed.). MIT Press.
</a:t>
            </a:r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Diestel, R. (2017). Graph theory (5.ª ed.). Springer-Verlag. https://doi.org/10.1007/978-3-662-53622-3
</a:t>
            </a:r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Hopcroft, J. E., Motwani, R., &amp; Ullman, J. D. (2006). Introduction to automata theory, languages, and computation (3.ª ed.). Pearson/Addison Wesley.
</a:t>
            </a:r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Lawson, M. V. (2004). Finite automata. Chapman and Hall/CRC. https://doi.org/10.1201/9780203498200
</a:t>
            </a:r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Sandhu, R. S., Coyne, E. J., Feinstein, H. L., &amp; Youman, C. E. (1996). Role-based access control models. IEEE Computer, 29(2), 38–47. https://doi.org/10.1109/2.485845
</a:t>
            </a:r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Sipser, M. (2012). Introduction to the theory of computation (3.ª ed.). Cengage Learning.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2026-07-27T02:22:44Z</dcterms:created>
  <dcterms:modified xsi:type="dcterms:W3CDTF">2026-07-27T02:22:44Z</dcterms:modified>
</cp:coreProperties>
</file>